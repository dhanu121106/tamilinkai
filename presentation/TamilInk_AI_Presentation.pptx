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TamilInk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Restoration and Recognition of Handwritten Tamil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Old handwritten Tamil documents may be faded, noisy, or unevenly illuminated.</a:t>
            </a:r>
          </a:p>
          <a:p>
            <a:pPr>
              <a:defRPr sz="2200"/>
            </a:pPr>
            <a:r>
              <a:t>Restoration can improve readability before recognition.</a:t>
            </a:r>
          </a:p>
          <a:p>
            <a:pPr>
              <a:defRPr sz="2200"/>
            </a:pPr>
            <a:r>
              <a:t>Tamil handwriting OCR requires suitable models and labeled evaluation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handwritten Tamil document images.</a:t>
            </a:r>
          </a:p>
          <a:p>
            <a:pPr>
              <a:defRPr sz="2200"/>
            </a:pPr>
            <a:r>
              <a:t>Denoise and enhance contrast.</a:t>
            </a:r>
          </a:p>
          <a:p>
            <a:pPr>
              <a:defRPr sz="2200"/>
            </a:pPr>
            <a:r>
              <a:t>Compare original and restored images.</a:t>
            </a:r>
          </a:p>
          <a:p>
            <a:pPr>
              <a:defRPr sz="2200"/>
            </a:pPr>
            <a:r>
              <a:t>Offer optional Tamil OCR and editable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and Streamlit for the application.</a:t>
            </a:r>
          </a:p>
          <a:p>
            <a:pPr>
              <a:defRPr sz="2200"/>
            </a:pPr>
            <a:r>
              <a:t>OpenCV and NumPy for restoration.</a:t>
            </a:r>
          </a:p>
          <a:p>
            <a:pPr>
              <a:defRPr sz="2200"/>
            </a:pPr>
            <a:r>
              <a:t>Tesseract Tamil OCR as an optional baseline.</a:t>
            </a:r>
          </a:p>
          <a:p>
            <a:pPr>
              <a:defRPr sz="2200"/>
            </a:pPr>
            <a:r>
              <a:t>IIIT-INDIC-HW-WORDS Tamil as a potential labeled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image → grayscale.</a:t>
            </a:r>
          </a:p>
          <a:p>
            <a:pPr>
              <a:defRPr sz="2200"/>
            </a:pPr>
            <a:r>
              <a:t>Denoising → CLAHE contrast enhancement.</a:t>
            </a:r>
          </a:p>
          <a:p>
            <a:pPr>
              <a:defRPr sz="2200"/>
            </a:pPr>
            <a:r>
              <a:t>Adaptive or Otsu thresholding.</a:t>
            </a:r>
          </a:p>
          <a:p>
            <a:pPr>
              <a:defRPr sz="2200"/>
            </a:pPr>
            <a:r>
              <a:t>Preview and download restored image.</a:t>
            </a:r>
          </a:p>
          <a:p>
            <a:pPr>
              <a:defRPr sz="2200"/>
            </a:pPr>
            <a:r>
              <a:t>Optional OCR if Tesseract Tamil data is installed.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Restoration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 non-local means denoising reduces noise.</a:t>
            </a:r>
          </a:p>
          <a:p>
            <a:pPr>
              <a:defRPr sz="2200"/>
            </a:pPr>
            <a:r>
              <a:t>CLAHE improves local contrast.</a:t>
            </a:r>
          </a:p>
          <a:p>
            <a:pPr>
              <a:defRPr sz="2200"/>
            </a:pPr>
            <a:r>
              <a:t>Adaptive/Otsu thresholding creates a binary output.</a:t>
            </a:r>
          </a:p>
          <a:p>
            <a:pPr>
              <a:defRPr sz="2200"/>
            </a:pPr>
            <a:r>
              <a:t>Restoration output is not the same as recovering missing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Optional Tesseract OCR pathway.</a:t>
            </a:r>
          </a:p>
          <a:p>
            <a:pPr>
              <a:defRPr sz="2200"/>
            </a:pPr>
            <a:r>
              <a:t>Requires Tesseract plus Tamil language data.</a:t>
            </a:r>
          </a:p>
          <a:p>
            <a:pPr>
              <a:defRPr sz="2200"/>
            </a:pPr>
            <a:r>
              <a:t>General OCR may not recognize cursive handwriting accurately.</a:t>
            </a:r>
          </a:p>
          <a:p>
            <a:pPr>
              <a:defRPr sz="2200"/>
            </a:pPr>
            <a:r>
              <a:t>No unsupported accuracy claim is made.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Official IIIT-INDIC-HW-WORDS resource includes handwritten Tamil words and transcriptions.</a:t>
            </a:r>
          </a:p>
          <a:p>
            <a:pPr>
              <a:defRPr sz="2200"/>
            </a:pPr>
            <a:r>
              <a:t>Bundled image is synthetic and only for interface demonstration.</a:t>
            </a:r>
          </a:p>
          <a:p>
            <a:pPr>
              <a:defRPr sz="2200"/>
            </a:pPr>
            <a:r>
              <a:t>Evaluate OCR with CER/WER on a labeled held-out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restoration is classical image processing.</a:t>
            </a:r>
          </a:p>
          <a:p>
            <a:pPr>
              <a:defRPr sz="2200"/>
            </a:pPr>
            <a:r>
              <a:t>No custom-trained Tamil handwriting model is included.</a:t>
            </a:r>
          </a:p>
          <a:p>
            <a:pPr>
              <a:defRPr sz="2200"/>
            </a:pPr>
            <a:r>
              <a:t>Integrate/fine-tune a suitable handwritten Indic OCR model.</a:t>
            </a:r>
          </a:p>
          <a:p>
            <a:pPr>
              <a:defRPr sz="2200"/>
            </a:pPr>
            <a:r>
              <a:t>Test on real degraded archival 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Provides an end-to-end restoration demo.</a:t>
            </a:r>
          </a:p>
          <a:p>
            <a:pPr>
              <a:defRPr sz="2200"/>
            </a:pPr>
            <a:r>
              <a:t>Supports optional OCR integration.</a:t>
            </a:r>
          </a:p>
          <a:p>
            <a:pPr>
              <a:defRPr sz="2200"/>
            </a:pPr>
            <a:r>
              <a:t>Forms a baseline for a validated Tamil handwriting recognition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